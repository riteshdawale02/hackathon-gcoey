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109728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PulseQueue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Smart Hospital Token &amp; Queue Management System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Eliminating waiting room congestion with AI clinical triage, automated token issuance, real-time lobby broadcasting, and voice announcements.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Hackathon Problem Statement #3  |  Track: Digital Healthcare &amp; Hospital Staff Dashboard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Built with React.js, Node.js Express, Java Spring Boot 3, PostgreSQL, Docker &amp;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The Waiting Room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❌  Chaotic Manual Queues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Physical lines and paper tokens lead to crowded hallways, confusion, and transmission of airborne infections in hospital waiting areas.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❌  Patient Anxiety &amp; Zero Visibility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Patients have no idea where they stand in line or when they will be seen, leading to frustration, frequent desk inquiries, and walkouts.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❌  Manual Doctor Coordination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Doctors waste 15-20% of consultation time manually calling names into exam rooms, dealing with no-shows, and managing disorderly queues.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❌  Dangerous Lack of Triage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Critical patients (e.g. chest pain, asthma) often wait behind routine fever checkups because traditional queues treat every walk-in identically.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PulseQueue Digital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1. Patient Self-Service Portal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Web &amp; mobile accessible without app download. Instant token pass with live position countdown and scannable QR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2. Reception &amp; Triage Desk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Front-office walk-in counter with 10-digit mobile lookup, returning patient detection, and priority triage tagging.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3. Doctor OPD Dashboard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Exam room console for attending physicians: One-click 'Call Next', digital clinical notes, and real-time consultation timers.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4. Lobby TV Broadcast Board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High-contrast full-screen waiting hall screen auto-refreshing every 5s with 'Now Serving', upcoming tokens, and voice callouts.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Key Features &amp; Technical Innovations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🚨 AI Emergency Clinical Triage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Real-time client-side NLP analyzes patient symptoms (e.g. chest pain, stroke, breathlessness) and auto-escalates critical cases to Emergency Priority (Queue Jump).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🔊 Audible Hospital Chimes &amp; Voice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Built-in Web Audio API 2-tone melodic chime + Web Speech API vocal announcer ('Attention: Token CARD-002, please proceed to Room 101').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⚡ Daily Atomic Token Sequencing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Unique daily reset per department (e.g. CARD-001, GEN-001) backed by PostgreSQL atomic sequence counters.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📱 Scannable Mobile QR Passes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Zero-friction access: patients scan the on-screen QR pass with any smartphone camera to carry their live wait tracker in their pocket.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⏱️ Rolling Wait Time Algorithm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Dynamic calculation: Estimated Wait = (Patients Ahead) x (Live Rolling Average Consultation Duration).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🔐 Enterprise Google OAuth2 &amp; RBAC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Stateless JWT authentication supporting real Google OAuth 2.0 and role-based permissions (Doctor, Reception, Patient, Admin).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Architecture: Cloud-Native Microservices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Frontend Client Layer  |  </a:t>
            </a:r>
            <a:r>
              <a:rPr b="1">
                <a:solidFill>
                  <a:srgbClr val="0D9488"/>
                </a:solidFill>
              </a:rPr>
              <a:t>React.js (Vite) + Vanilla CSS System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Single responsive SPA. Mobile-first design for smartphones, tablets, doctor desktops, and public lobby TVs. Axios API client with reactive cross-tab event sync.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Microservice A: Identity &amp; Patients  |  </a:t>
            </a:r>
            <a:r>
              <a:rPr b="1">
                <a:solidFill>
                  <a:srgbClr val="0D9488"/>
                </a:solidFill>
              </a:rPr>
              <a:t>Node.js (Express) :5001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Owns identity_db. Handles JWT auth, RBAC, Google OAuth 2.0 verification, department routing, and patient profile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Microservice B: Queue Engine  |  </a:t>
            </a:r>
            <a:r>
              <a:rPr b="1">
                <a:solidFill>
                  <a:srgbClr val="0D9488"/>
                </a:solidFill>
              </a:rPr>
              <a:t>Java (Spring Boot 3) :8080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Owns queue_db. Handles atomic token sequence generation, state transitions (WAITING -&gt; IN_PROGRESS -&gt; COMPLETED), and wait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 &amp; Orchestration Layer  |  </a:t>
            </a:r>
            <a:r>
              <a:rPr b="1">
                <a:solidFill>
                  <a:srgbClr val="0D9488"/>
                </a:solidFill>
              </a:rPr>
              <a:t>PostgreSQL &amp; Docker Compose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Isolated databases adhering to database-per-service pattern. Multi-stage Docker containerization and 1-command deployment on AWS EC2.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End-to-End Workflow: The 5-Step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1: Check-in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Patient self-registers or checks in at reception. AI analyzes symptoms.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2: Token Pass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System generates CARD-004. Patient scans QR code to track live wait.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3: Doctor Calls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Dr. Sharma clicks 'Call Next' on dashboard. Previous consult completes.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4: Live Broadcast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Lobby TV flashes 'NOW SERVING: CARD-004'. Chime and voice announce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5: Completion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Doctor logs notes and completes. Real-time stats recalculate wait duration.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PULSEQUEUE HEALTHCARE ECOSYSTEM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Real-World Impact &amp; Quantifiable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4400" b="1">
                <a:solidFill>
                  <a:srgbClr val="0284C7"/>
                </a:solidFill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Lobby Congestion Reduction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Patients wait outside, in cafeterias, or nearby benches without losing their place in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4400" b="1">
                <a:solidFill>
                  <a:srgbClr val="0284C7"/>
                </a:solidFill>
              </a:defRPr>
            </a:pPr>
            <a:r>
              <a:t>60%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Patient Anxiety Decrease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Clear dynamic countdowns eliminate uncertainty and reduce repetitive inquiries at the desk.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4400" b="1">
                <a:solidFill>
                  <a:srgbClr val="0284C7"/>
                </a:solidFill>
              </a:defRPr>
            </a:pPr>
            <a:r>
              <a:t>20%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Doctor Time Recovered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One-click calling eliminates room-calling delays, manual staff lookups, and disorganized patient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4400" b="1">
                <a:solidFill>
                  <a:srgbClr val="0284C7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Hardware Free Deployment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Runs on any smart TV, standard tablet, or smartphone without expensive proprietary queue boxes.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PulseQueue Wins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✅ Solves a Critical Need: Eliminates hospital chaos and anxiety with an intuitive, beautiful interface.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✅ Beyond a Simple Queue: AI Triage automatically elevates life-threatening conditions to save lives.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✅ Zero-Friction Adoption: No mobile app download required; instant QR code pass and Google OAuth 2.0.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✅ Enterprise Microservice Architecture: Independent Node.js and Java Spring Boot services with database isolation.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✅ Production DevOps Ready: 1-Command deployment script on AWS EC2 with full Docker Compose orchestration.</a:t>
            </a:r>
          </a:p>
          <a:p>
            <a:br/>
            <a:pPr>
              <a:defRPr sz="2200" b="1">
                <a:solidFill>
                  <a:srgbClr val="0D9488"/>
                </a:solidFill>
              </a:defRPr>
            </a:pPr>
            <a:r>
              <a:t>Thank You!  |  Ready for Live Demo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